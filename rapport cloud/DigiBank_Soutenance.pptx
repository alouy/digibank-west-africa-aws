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88D1">
              <a:alpha val="40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DigiBank West Africa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d'Analyse de Données Bancaires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Haute Disponibilité sur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777240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34640"/>
            <a:ext cx="1920240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80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PaySim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834640"/>
            <a:ext cx="1920240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880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1920240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880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CloudWatch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834640"/>
            <a:ext cx="1920240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880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Projet P-07 — AWS Academy Cloud Foundations | ISI Dakar 2025-2026 | Aloyse Faye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DigiBank West Africa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digitale fictive opérant au Sénégal,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et Ghana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500 000+ transactions/jour via app mobile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 BCEAO requise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822960"/>
            <a:ext cx="301752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686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0" cy="68580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868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Temps-réel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app mobile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920240"/>
            <a:ext cx="301752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965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46520" y="2057400"/>
            <a:ext cx="0" cy="68580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conformité BCEAO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3017520"/>
            <a:ext cx="301752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30632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3154680"/>
            <a:ext cx="0" cy="68580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anomalies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0"/>
          </a:xfrm>
          <a:prstGeom prst="line">
            <a:avLst/>
          </a:prstGeom>
          <a:noFill/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Dataset : Synthetic Financial Datasets For Fraud Detection (PaySim) — Kaggle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Architecture Réseau VPC 3 Couches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3931920"/>
          </a:xfrm>
          <a:prstGeom prst="rect">
            <a:avLst/>
          </a:prstGeom>
          <a:solidFill>
            <a:srgbClr val="EBF5FB">
              <a:alpha val="80000"/>
            </a:srgbClr>
          </a:solidFill>
          <a:ln w="254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VPC digibank-vpc — 10.0.0.0/16  |  Région : eu-north-1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412480" cy="868680"/>
          </a:xfrm>
          <a:prstGeom prst="rect">
            <a:avLst/>
          </a:prstGeom>
          <a:solidFill>
            <a:srgbClr val="D4EFD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🌐 Couche Publique (ALB)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10.0.1.0/24  |  10.0.2.0/24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AZ-1a  |  AZ-1b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41248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13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⚙️  Couche EC2 Privée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10.0.10.0/24  |  10.0.11.0/24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AZ-1a  |  AZ-1b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8412480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64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🗄️  Couche Data Privée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10.0.20.0/24  |  10.0.21.0/24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AZ-1a  |  AZ-1b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34840"/>
            <a:ext cx="1600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34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Internet Gateway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93392" y="4434840"/>
            <a:ext cx="1600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4434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NAT Gateway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12464" y="4434840"/>
            <a:ext cx="1600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4434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31536" y="4434840"/>
            <a:ext cx="1600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4434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 Security Groups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0608" y="4434840"/>
            <a:ext cx="1600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4434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Route Tables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Sécurité : IAM, Chiffrement &amp; Conformité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4 Groupes IAM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9728" cy="594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38404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Admins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AdministratorAccess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10972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65960"/>
            <a:ext cx="38404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DevOps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EC2, Lambda, S3, RDS...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109728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43200"/>
            <a:ext cx="38404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Analysts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S3 ReadOnly, Redshift, Athena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109728" cy="5943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520440"/>
            <a:ext cx="38404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ReadOnly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13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ReadOnlyAccess (toutes ressources)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Mesures de Sécurité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114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801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🔐  MFA activé sur compte root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38528"/>
            <a:ext cx="4114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299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📋  CloudTrail multi-région actif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688336"/>
            <a:ext cx="4114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🔒  S3 chiffrement SSE-S3 (AES256)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438144"/>
            <a:ext cx="4114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5295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🔑  RDS chiffrement at rest (KMS)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187952"/>
            <a:ext cx="4114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2793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🛡️  Security Groups par couche réseau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8D1"/>
                </a:solidFill>
              </a:rPr>
              <a:t>Principe du moindre privilège appliqué sur tous les rôles IAM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M6 — Calcul : EC2 Auto Scaling &amp; API Flask &amp; Lambda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Auto Scaling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▸  Min : 1 instance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▸  Max : 3 instances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▸  Cible CPU : 60%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▸  Instance : t3.micro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▸  AMI : Amazon Linux 2023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2976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8D1"/>
                </a:solidFill>
              </a:rPr>
              <a:t>API Flask — 3 Endpoints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1148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618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/transaction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41148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/client/{id}/solde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395728"/>
            <a:ext cx="41148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957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/stats/journalier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3246120"/>
            <a:ext cx="8686800" cy="1417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Lambda Batch — Agrégation quotidienne (02h00 UTC via EventBridge)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• Runtime : Python 3.11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• Mémoire : 256 MB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• Timeout : 300s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• VPC : Sous-réseau privé EC2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→ Résultats → S3 (aggregations/YYYY-MM-DD/)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M8 — Bases de Données : Aurora + DynamoDB + Redshift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34640" cy="4023360"/>
          </a:xfrm>
          <a:prstGeom prst="rect">
            <a:avLst/>
          </a:prstGeom>
          <a:solidFill>
            <a:srgbClr val="EBF5FB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8346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Aurora MySQL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Single-AZ (Free Tier)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Instance : db.t3.medium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Chiffrement KMS activé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100 000 transactions PaySim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Tables : clients + transactions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2834640" cy="4023360"/>
          </a:xfrm>
          <a:prstGeom prst="rect">
            <a:avLst/>
          </a:prstGeom>
          <a:solidFill>
            <a:srgbClr val="EAFAF1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777240"/>
            <a:ext cx="283464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DynamoDB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143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Sessions utilisateur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Table : digibank-sessions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Clé : session_id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TTL automatique : 1 heure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Mode : PAY_PER_REQUEST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777240"/>
            <a:ext cx="2834640" cy="4023360"/>
          </a:xfrm>
          <a:prstGeom prst="rect">
            <a:avLst/>
          </a:prstGeom>
          <a:solidFill>
            <a:srgbClr val="FDEDEC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777240"/>
            <a:ext cx="2834640" cy="640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Redshift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143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Analytique (ra3.xlplus)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5 requêtes analytiques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Table : transactions_analytics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Rôle IAM S3 attaché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✓  Chiffrement activé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M10 — Monitoring : CloudWatch Dashboard &amp; 5 Alarmes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8D1"/>
                </a:solidFill>
              </a:rPr>
              <a:t>Dashboard : DigiBank-Dashboard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▸  CPU EC2 — Auto Scaling Group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▸  Connexions Aurora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▸  Lambda Erreurs &amp; Invocations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▸  ALB Requêtes &amp; Erreurs 5XX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9293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▸  État des 5 Alarmes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5 Alarmes CloudWatch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09728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71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CPU EC2 &gt; 80%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2 périodes de 5min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92808"/>
            <a:ext cx="10972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9280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29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Aurora Connexions &gt; 100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671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 période de 1min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551176"/>
            <a:ext cx="109728" cy="5303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55117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87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Lambda Erreurs &gt; 5/min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254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 période de 1min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209544"/>
            <a:ext cx="109728" cy="5303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20954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ALB 5XX &gt;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83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 période de 1min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867912"/>
            <a:ext cx="109728" cy="5303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86791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904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S3 Objets &gt; 10 000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1422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 période de 24h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4206240"/>
            <a:ext cx="86868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A825"/>
                </a:solidFill>
              </a:rPr>
              <a:t>CloudTrail actif  |  Multi-région  |  Logs → S3 digibank-transactions-1774659318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M2 — Analyse TCO : AWS vs On-Premise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Coûts AWS Mensuels Estimés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88720"/>
          <a:ext cx="41148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Coût/mois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t3.micro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db.t3.medium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Redshift ra3.xlplus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+ CloudWatch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DynamoDB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794760"/>
            <a:ext cx="4114800" cy="5029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AWS :  ~$894 / mois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On-Premise Équivalent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Coût/mois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 physiques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+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Électricité + Clim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système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logicielles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63440" y="3794760"/>
            <a:ext cx="411480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6344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On-Premise :  ~$3 650 / mois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82880" y="4434840"/>
            <a:ext cx="86868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4348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💰 Économies annuelles : ~$33 072  (75% de réduction)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M9 — AWS Well-Architected Framework (5 Piliers)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645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1645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955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Excellence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Opérationnelle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CloudWatch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CloudTrail activé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Alarmes proactives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777240"/>
            <a:ext cx="1645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777240"/>
            <a:ext cx="1645920" cy="10058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7955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Sécurité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IAM least privilege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MFA root activé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Chiffrement S3+RDS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777240"/>
            <a:ext cx="1645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777240"/>
            <a:ext cx="16459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7955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Fiabilité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192024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Auto Scaling 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Multi-AZ (production)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ALB Health Checks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777240"/>
            <a:ext cx="1645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777240"/>
            <a:ext cx="164592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7955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Efficacité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 Performances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192024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t3.micro → scale-out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Lambda serverless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DynamoDB PAY_PER_USE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777240"/>
            <a:ext cx="1645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777240"/>
            <a:ext cx="1645920" cy="10058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7955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948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 Coûts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192024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Free Tier utilisé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S3 Lifecycle policies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NAT Gateway mutualisé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Démonstration Live &amp;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371600"/>
          </a:xfrm>
          <a:prstGeom prst="rect">
            <a:avLst/>
          </a:prstGeom>
          <a:solidFill>
            <a:srgbClr val="0A2342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</a:rPr>
              <a:t>100 000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PaySim chargées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1371600"/>
          </a:xfrm>
          <a:prstGeom prst="rect">
            <a:avLst/>
          </a:prstGeom>
          <a:solidFill>
            <a:srgbClr val="0A2342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22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116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Fraudes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détectées (0.12%)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1371600"/>
          </a:xfrm>
          <a:prstGeom prst="rect">
            <a:avLst/>
          </a:prstGeom>
          <a:solidFill>
            <a:srgbClr val="0A2342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22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97B"/>
                </a:solidFill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Requêtes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Redshift analytiques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1371600"/>
          </a:xfrm>
          <a:prstGeom prst="rect">
            <a:avLst/>
          </a:prstGeom>
          <a:solidFill>
            <a:srgbClr val="0A2342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22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</a:rPr>
              <a:t>75%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Économies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vs On-Premise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Points de Démonstration Live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859536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🌐 ALB URL : http://digibank-alb-1985318916.eu-north-1.elb.amazonaws.com/health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3697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📊 Dashboard CloudWatch DigiBank-Dashboard — 5 widgets actifs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859536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🗄️  Aurora MySQL — Tables clients &amp; transactions avec 100K lignes PaySim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050792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7822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⚡ Lambda batch — Agrégation quotidienne planifiée à 02h00 UTC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71416"/>
            <a:ext cx="859536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988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📈 Redshift — 5 requêtes analytiques exécutées (fraude, volume, tendances)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A825"/>
                </a:solidFill>
              </a:rPr>
              <a:t>DigiBank West Africa — Architecture AWS Haute Disponibilité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Infrastructure AWS complète — 10 modules couverts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100 000 transactions PaySim chargées dans Aurora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4553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Monitoring proactif — 5 alarmes CloudWatch actives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2102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Économies de 75% vs infrastructure on-premise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Architecture Well-Architected — 5 piliers documentés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Aloyse Faye  |  L3 Data Science &amp; Big Data  |  ISI Dakar  | 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DigiBank West Africa - Architecture AWS</dc:title>
  <dc:subject>PptxGenJS Presentation</dc:subject>
  <dc:creator>Aloyse Faye</dc:creator>
  <cp:lastModifiedBy>Aloyse Faye</cp:lastModifiedBy>
  <cp:revision>1</cp:revision>
  <dcterms:created xsi:type="dcterms:W3CDTF">2026-03-28T14:12:39Z</dcterms:created>
  <dcterms:modified xsi:type="dcterms:W3CDTF">2026-03-28T14:12:39Z</dcterms:modified>
</cp:coreProperties>
</file>